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200"/>
    <a:srgbClr val="6A653A"/>
    <a:srgbClr val="707276"/>
    <a:srgbClr val="444A38"/>
    <a:srgbClr val="4D4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noProof="1">
                <a:latin typeface="UAF Sans" pitchFamily="2" charset="-52"/>
                <a:ea typeface="UAF Sans" pitchFamily="2" charset="-52"/>
              </a:rPr>
              <a:t>Час (хв)</a:t>
            </a:r>
          </a:p>
        </c:rich>
      </c:tx>
      <c:layout>
        <c:manualLayout>
          <c:xMode val="edge"/>
          <c:yMode val="edge"/>
          <c:x val="0.41628472222222224"/>
          <c:y val="2.645502645502645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4333169291338578E-2"/>
          <c:y val="0.15511732908386452"/>
          <c:w val="0.89309738626421697"/>
          <c:h val="0.69970524517768617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Час (хв)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Ручне планування</c:v>
                </c:pt>
                <c:pt idx="1">
                  <c:v>З модулем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D2-4E0D-8152-3A57DD498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6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1555" y="1828800"/>
            <a:ext cx="628088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«Графік нарядів ВЧ»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6260" y="2926080"/>
            <a:ext cx="681148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82C34"/>
                </a:solidFill>
              </a:defRPr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Система автоматизації планування нарядів</a:t>
            </a:r>
            <a:b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</a:b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Версія 1.1.2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791" y="5029200"/>
            <a:ext cx="32544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Розробив: Денис Йорш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A8E49-7AD1-909D-778F-B7FC6ADBF771}"/>
              </a:ext>
            </a:extLst>
          </p:cNvPr>
          <p:cNvSpPr txBox="1"/>
          <p:nvPr/>
        </p:nvSpPr>
        <p:spPr>
          <a:xfrm>
            <a:off x="0" y="41562"/>
            <a:ext cx="1166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3806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Про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387" y="2276806"/>
            <a:ext cx="578075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Основна мета: Автоматизація розподілу нарядів.</a:t>
            </a:r>
          </a:p>
          <a:p>
            <a:pPr lvl="2"/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C++ (Швидкість)</a:t>
            </a:r>
          </a:p>
          <a:p>
            <a:pPr lvl="2"/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Qt 6 (Інтерфейс)</a:t>
            </a:r>
          </a:p>
          <a:p>
            <a:pPr lvl="2"/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SQLite (Безпека)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22C38-AEC8-64E9-D973-8F38D142A4DB}"/>
              </a:ext>
            </a:extLst>
          </p:cNvPr>
          <p:cNvSpPr txBox="1"/>
          <p:nvPr/>
        </p:nvSpPr>
        <p:spPr>
          <a:xfrm>
            <a:off x="0" y="41562"/>
            <a:ext cx="1184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5860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Основні можливості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22820"/>
            <a:ext cx="5240537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 noProof="1"/>
          </a:p>
          <a:p>
            <a:pPr>
              <a:defRPr sz="22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• Облік особового складу</a:t>
            </a:r>
          </a:p>
          <a:p>
            <a:pPr>
              <a:defRPr sz="22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• Налаштування типів нарядів</a:t>
            </a:r>
          </a:p>
          <a:p>
            <a:pPr>
              <a:defRPr sz="22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• Автоматичне формування графіку</a:t>
            </a:r>
          </a:p>
          <a:p>
            <a:pPr>
              <a:defRPr sz="22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• Експорт у Excel та PDF</a:t>
            </a:r>
          </a:p>
          <a:p>
            <a:pPr>
              <a:defRPr sz="22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• Повна автономність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BCE19-42E9-C31B-32CE-4E9C3A4CDF7A}"/>
              </a:ext>
            </a:extLst>
          </p:cNvPr>
          <p:cNvSpPr txBox="1"/>
          <p:nvPr/>
        </p:nvSpPr>
        <p:spPr>
          <a:xfrm>
            <a:off x="-1" y="41562"/>
            <a:ext cx="1190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79377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Управління особовим складом</a:t>
            </a:r>
          </a:p>
        </p:txBody>
      </p:sp>
      <p:pic>
        <p:nvPicPr>
          <p:cNvPr id="4" name="Picture 3" descr="1_add_war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2" y="2564789"/>
            <a:ext cx="4572000" cy="2911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2564789"/>
            <a:ext cx="3474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1"/>
          </a:p>
          <a:p>
            <a:pPr>
              <a:defRPr sz="18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Додавання та редагування даних військовослужбовців.</a:t>
            </a:r>
            <a:r>
              <a:rPr lang="en-US" noProof="1">
                <a:solidFill>
                  <a:schemeClr val="bg1"/>
                </a:solidFill>
              </a:rPr>
              <a:t> </a:t>
            </a: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Враховуються посади та звання.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332D9-593E-5D75-A1F3-7C5A5705AB8A}"/>
              </a:ext>
            </a:extLst>
          </p:cNvPr>
          <p:cNvSpPr txBox="1"/>
          <p:nvPr/>
        </p:nvSpPr>
        <p:spPr>
          <a:xfrm>
            <a:off x="0" y="41562"/>
            <a:ext cx="1184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7659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Облік статусів</a:t>
            </a:r>
          </a:p>
        </p:txBody>
      </p:sp>
      <p:pic>
        <p:nvPicPr>
          <p:cNvPr id="4" name="Picture 3" descr="3_add_war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10" y="2443719"/>
            <a:ext cx="4572000" cy="291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47092" y="2926315"/>
            <a:ext cx="3474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1"/>
          </a:p>
          <a:p>
            <a:pPr>
              <a:defRPr sz="18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Можливість встановлення статусів (відпустка, лікарняний). Система виключає бійця з графіку.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C4CC1-C3D1-1500-9D02-D08A001D9AAE}"/>
              </a:ext>
            </a:extLst>
          </p:cNvPr>
          <p:cNvSpPr txBox="1"/>
          <p:nvPr/>
        </p:nvSpPr>
        <p:spPr>
          <a:xfrm>
            <a:off x="-1" y="41562"/>
            <a:ext cx="1166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1040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Типи нарядів</a:t>
            </a:r>
          </a:p>
        </p:txBody>
      </p:sp>
      <p:pic>
        <p:nvPicPr>
          <p:cNvPr id="4" name="Picture 3" descr="5_add_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74403"/>
            <a:ext cx="4572000" cy="2909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8462" y="316299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1"/>
          </a:p>
          <a:p>
            <a:pPr>
              <a:defRPr sz="18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Гнучке налаштування</a:t>
            </a:r>
            <a:r>
              <a:rPr lang="en-US" noProof="1">
                <a:latin typeface="UAF Sans" pitchFamily="2" charset="-52"/>
                <a:ea typeface="UAF Sans" pitchFamily="2" charset="-52"/>
              </a:rPr>
              <a:t> </a:t>
            </a: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параметрів нарядів.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46DF4-EB00-BFAF-DE6E-3AD80FF211E6}"/>
              </a:ext>
            </a:extLst>
          </p:cNvPr>
          <p:cNvSpPr txBox="1"/>
          <p:nvPr/>
        </p:nvSpPr>
        <p:spPr>
          <a:xfrm>
            <a:off x="-1" y="41562"/>
            <a:ext cx="1178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0163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Автоматичне формування</a:t>
            </a:r>
          </a:p>
        </p:txBody>
      </p:sp>
      <p:pic>
        <p:nvPicPr>
          <p:cNvPr id="4" name="Picture 3" descr="6_avto_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41" y="2492814"/>
            <a:ext cx="4572000" cy="2905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3339" y="2828835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1"/>
          </a:p>
          <a:p>
            <a:pPr>
              <a:defRPr sz="1800"/>
            </a:pPr>
            <a:r>
              <a:rPr lang="en-US" noProof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Інтелектуальний алгоритм розподілу, що забезпечує справедливу черговість.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B6ECB-2DB3-15E0-5F61-076C474757E9}"/>
              </a:ext>
            </a:extLst>
          </p:cNvPr>
          <p:cNvSpPr txBox="1"/>
          <p:nvPr/>
        </p:nvSpPr>
        <p:spPr>
          <a:xfrm>
            <a:off x="-1" y="41562"/>
            <a:ext cx="1178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10" y="1060371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Експорт та звітність</a:t>
            </a:r>
          </a:p>
        </p:txBody>
      </p:sp>
      <p:pic>
        <p:nvPicPr>
          <p:cNvPr id="4" name="Picture 3" descr="11_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6" y="2727857"/>
            <a:ext cx="3657600" cy="526901"/>
          </a:xfrm>
          <a:prstGeom prst="rect">
            <a:avLst/>
          </a:prstGeom>
        </p:spPr>
      </p:pic>
      <p:pic>
        <p:nvPicPr>
          <p:cNvPr id="5" name="Picture 4" descr="12_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439" y="2578277"/>
            <a:ext cx="3657600" cy="1893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EE1ECC-2239-B3AC-AC3C-E13E431AB8AE}"/>
              </a:ext>
            </a:extLst>
          </p:cNvPr>
          <p:cNvSpPr txBox="1"/>
          <p:nvPr/>
        </p:nvSpPr>
        <p:spPr>
          <a:xfrm>
            <a:off x="-1" y="41562"/>
            <a:ext cx="1166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9503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Ефективність впровадження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194782"/>
              </p:ext>
            </p:extLst>
          </p:nvPr>
        </p:nvGraphicFramePr>
        <p:xfrm>
          <a:off x="834620" y="2343073"/>
          <a:ext cx="7315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C34635-AA2D-1B34-B59A-E4F2D7E90229}"/>
              </a:ext>
            </a:extLst>
          </p:cNvPr>
          <p:cNvSpPr txBox="1"/>
          <p:nvPr/>
        </p:nvSpPr>
        <p:spPr>
          <a:xfrm>
            <a:off x="0" y="41562"/>
            <a:ext cx="1239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  <a:endParaRPr lang="uk-UA" sz="8000" dirty="0">
              <a:latin typeface="UAF Sans" pitchFamily="2" charset="-52"/>
              <a:ea typeface="UAF Sans" pitchFamily="2" charset="-5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7270" y="2743200"/>
            <a:ext cx="31694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uk-UA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Питання?</a:t>
            </a:r>
            <a:r>
              <a:rPr lang="en-US" noProof="1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FE161-40B2-36F1-C0B7-3BD36DC3ECCA}"/>
              </a:ext>
            </a:extLst>
          </p:cNvPr>
          <p:cNvSpPr txBox="1"/>
          <p:nvPr/>
        </p:nvSpPr>
        <p:spPr>
          <a:xfrm>
            <a:off x="0" y="41562"/>
            <a:ext cx="1184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0" dirty="0">
                <a:solidFill>
                  <a:srgbClr val="F39200"/>
                </a:solidFill>
                <a:latin typeface="UAF Sans" pitchFamily="2" charset="-52"/>
                <a:ea typeface="UAF Sans" pitchFamily="2" charset="-52"/>
              </a:rPr>
              <a:t>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133</Words>
  <Application>Microsoft Office PowerPoint</Application>
  <PresentationFormat>Экран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UAF Sans</vt:lpstr>
      <vt:lpstr>Office Theme</vt:lpstr>
      <vt:lpstr>Презентация PowerPoint</vt:lpstr>
      <vt:lpstr>Про проект</vt:lpstr>
      <vt:lpstr>Основні можливості</vt:lpstr>
      <vt:lpstr>Управління особовим складом</vt:lpstr>
      <vt:lpstr>Облік статусів</vt:lpstr>
      <vt:lpstr>Типи нарядів</vt:lpstr>
      <vt:lpstr>Автоматичне формування</vt:lpstr>
      <vt:lpstr>Експорт та звітність</vt:lpstr>
      <vt:lpstr>Ефективність впровадження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DeNiS YoRsH</cp:lastModifiedBy>
  <cp:revision>12</cp:revision>
  <dcterms:created xsi:type="dcterms:W3CDTF">2013-01-27T09:14:16Z</dcterms:created>
  <dcterms:modified xsi:type="dcterms:W3CDTF">2026-05-01T10:52:57Z</dcterms:modified>
  <cp:category/>
</cp:coreProperties>
</file>